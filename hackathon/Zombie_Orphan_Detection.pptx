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2f771bca-5921-4048-f961-131a1003e86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Zombie and Orphan Process Detection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C tool that finds zombie and orphan processes and shows their parent-child relationships on Ubuntu</a:t>
            </a:r>
            <a:endParaRPr lang="en-US" sz="1600" dirty="0"/>
          </a:p>
        </p:txBody>
      </p:sp>
      <p:sp>
        <p:nvSpPr>
          <p:cNvPr id="4" name="TeamCard0"/>
          <p:cNvSpPr/>
          <p:nvPr/>
        </p:nvSpPr>
        <p:spPr>
          <a:xfrm>
            <a:off x="548640" y="315468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Tadepalli Tejas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2520090147</a:t>
            </a:r>
            <a:endParaRPr lang="en-US" sz="1400" dirty="0"/>
          </a:p>
        </p:txBody>
      </p:sp>
      <p:sp>
        <p:nvSpPr>
          <p:cNvPr id="7" name="TeamCard1"/>
          <p:cNvSpPr/>
          <p:nvPr/>
        </p:nvSpPr>
        <p:spPr>
          <a:xfrm>
            <a:off x="3291840" y="315468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Yaswanth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2520090095</a:t>
            </a:r>
            <a:endParaRPr lang="en-US" sz="1400" dirty="0"/>
          </a:p>
        </p:txBody>
      </p:sp>
      <p:sp>
        <p:nvSpPr>
          <p:cNvPr id="10" name="TeamCard2"/>
          <p:cNvSpPr/>
          <p:nvPr/>
        </p:nvSpPr>
        <p:spPr>
          <a:xfrm>
            <a:off x="6035040" y="315468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Dhanvin Goud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2520090145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Zombie vs Orphan</a:t>
            </a:r>
            <a:endParaRPr lang="en-US" sz="3400" dirty="0"/>
          </a:p>
        </p:txBody>
      </p:sp>
      <p:sp>
        <p:nvSpPr>
          <p:cNvPr id="3" name="Card0"/>
          <p:cNvSpPr/>
          <p:nvPr/>
        </p:nvSpPr>
        <p:spPr>
          <a:xfrm>
            <a:off x="548640" y="1325880"/>
            <a:ext cx="393192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4" name="Badge0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Z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Zombie process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State Z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Child has finished, but its parent never calls wait()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Stays in the process table holding its PID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Fix: reap it by fixing or killing the parent</a:t>
            </a:r>
            <a:endParaRPr lang="en-US" sz="1400" dirty="0"/>
          </a:p>
        </p:txBody>
      </p:sp>
      <p:sp>
        <p:nvSpPr>
          <p:cNvPr id="9" name="Card1"/>
          <p:cNvSpPr/>
          <p:nvPr/>
        </p:nvSpPr>
        <p:spPr>
          <a:xfrm>
            <a:off x="4663440" y="1325880"/>
            <a:ext cx="393192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10" name="Badge1"/>
          <p:cNvSpPr/>
          <p:nvPr/>
        </p:nvSpPr>
        <p:spPr>
          <a:xfrm>
            <a:off x="4937760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Orphan process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State S (still running)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4231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Parent exits while the child is still running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Re-parented to init/systemd (PID 1) or a subreaper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Keeps running normally under its new parent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 Detector Works</a:t>
            </a:r>
            <a:endParaRPr lang="en-US" sz="3400" dirty="0"/>
          </a:p>
        </p:txBody>
      </p:sp>
      <p:sp>
        <p:nvSpPr>
          <p:cNvPr id="3" name="Step0"/>
          <p:cNvSpPr/>
          <p:nvPr/>
        </p:nvSpPr>
        <p:spPr>
          <a:xfrm>
            <a:off x="548640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tepNum0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Scan /proc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every numeric directory, one per running PID</a:t>
            </a:r>
            <a:endParaRPr lang="en-US" sz="1400" dirty="0"/>
          </a:p>
        </p:txBody>
      </p:sp>
      <p:sp>
        <p:nvSpPr>
          <p:cNvPr id="8" name="Step1"/>
          <p:cNvSpPr/>
          <p:nvPr/>
        </p:nvSpPr>
        <p:spPr>
          <a:xfrm>
            <a:off x="2624328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tepNum1"/>
          <p:cNvSpPr/>
          <p:nvPr/>
        </p:nvSpPr>
        <p:spPr>
          <a:xfrm>
            <a:off x="285292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5292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52928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Parse stat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name, state, PPID, terminal and session</a:t>
            </a:r>
            <a:endParaRPr lang="en-US" sz="1400" dirty="0"/>
          </a:p>
        </p:txBody>
      </p:sp>
      <p:sp>
        <p:nvSpPr>
          <p:cNvPr id="13" name="Step2"/>
          <p:cNvSpPr/>
          <p:nvPr/>
        </p:nvSpPr>
        <p:spPr>
          <a:xfrm>
            <a:off x="4700016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tepNum2"/>
          <p:cNvSpPr/>
          <p:nvPr/>
        </p:nvSpPr>
        <p:spPr>
          <a:xfrm>
            <a:off x="4928616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2861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928616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Classify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928616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State Z is a zombie; adopted with a terminal is an orphan</a:t>
            </a:r>
            <a:endParaRPr lang="en-US" sz="1400" dirty="0"/>
          </a:p>
        </p:txBody>
      </p:sp>
      <p:sp>
        <p:nvSpPr>
          <p:cNvPr id="18" name="Step3"/>
          <p:cNvSpPr/>
          <p:nvPr/>
        </p:nvSpPr>
        <p:spPr>
          <a:xfrm>
            <a:off x="6775704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tepNum3"/>
          <p:cNvSpPr/>
          <p:nvPr/>
        </p:nvSpPr>
        <p:spPr>
          <a:xfrm>
            <a:off x="7004304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0430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04304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Print tree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Recursive parent-child view with ZOMBIE and ORPHAN tags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Written in C using only the standard library and the /proc filesystem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Program Files</a:t>
            </a:r>
            <a:endParaRPr lang="en-US" sz="3400" dirty="0"/>
          </a:p>
        </p:txBody>
      </p:sp>
      <p:sp>
        <p:nvSpPr>
          <p:cNvPr id="3" name="File0"/>
          <p:cNvSpPr/>
          <p:nvPr/>
        </p:nvSpPr>
        <p:spPr>
          <a:xfrm>
            <a:off x="548640" y="132588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zombie.c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3258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Forks a child that exits at once while the parent sleeps 60 s without calling wait(), creating a zombie</a:t>
            </a:r>
            <a:endParaRPr lang="en-US" sz="1400" dirty="0"/>
          </a:p>
        </p:txBody>
      </p:sp>
      <p:sp>
        <p:nvSpPr>
          <p:cNvPr id="6" name="File1"/>
          <p:cNvSpPr/>
          <p:nvPr/>
        </p:nvSpPr>
        <p:spPr>
          <a:xfrm>
            <a:off x="548640" y="242316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orphan.c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423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Parent exits first; the child keeps running for 60 s and is adopted by a new parent</a:t>
            </a:r>
            <a:endParaRPr lang="en-US" sz="1400" dirty="0"/>
          </a:p>
        </p:txBody>
      </p:sp>
      <p:sp>
        <p:nvSpPr>
          <p:cNvPr id="9" name="File2"/>
          <p:cNvSpPr/>
          <p:nvPr/>
        </p:nvSpPr>
        <p:spPr>
          <a:xfrm>
            <a:off x="548640" y="352044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20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detector.c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5204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/proc/&lt;pid&gt;/stat, flags zombies and orphans, prints the tree. Use --all to disable the terminal filter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Test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Zombie test</a:t>
            </a:r>
            <a:endParaRPr lang="en-US" sz="2000" dirty="0"/>
          </a:p>
        </p:txBody>
      </p:sp>
      <p:sp>
        <p:nvSpPr>
          <p:cNvPr id="4" name="Terminal0"/>
          <p:cNvSpPr/>
          <p:nvPr/>
        </p:nvSpPr>
        <p:spPr>
          <a:xfrm>
            <a:off x="548640" y="164592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ZOMBIE PROCESSES (1) ===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2402 (zombie)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[2399] zombie (S)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[2402] zombie (Z)  &lt;-- ZOMBIE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ps shows state Z for PID 2402, parent PID 2399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Orphan test</a:t>
            </a:r>
            <a:endParaRPr lang="en-US" sz="2000" dirty="0"/>
          </a:p>
        </p:txBody>
      </p:sp>
      <p:sp>
        <p:nvSpPr>
          <p:cNvPr id="8" name="Terminal1"/>
          <p:cNvSpPr/>
          <p:nvPr/>
        </p:nvSpPr>
        <p:spPr>
          <a:xfrm>
            <a:off x="4663440" y="164592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ORPHAN PROCESSES (1) ===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2442 (orphan)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adopted by PID 319 (Relay(320))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[2442] orphan (S)  &lt;-- ORPHAN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Orphan prints new parent PID 319, matching the detector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 Found on WSL</a:t>
            </a:r>
            <a:endParaRPr lang="en-US" sz="3400" dirty="0"/>
          </a:p>
        </p:txBody>
      </p:sp>
      <p:sp>
        <p:nvSpPr>
          <p:cNvPr id="3" name="StatCard"/>
          <p:cNvSpPr/>
          <p:nvPr/>
        </p:nvSpPr>
        <p:spPr>
          <a:xfrm>
            <a:off x="548640" y="1325880"/>
            <a:ext cx="3108960" cy="29260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6"/>
                </a:solidFill>
              </a:rPr>
              <a:t>319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PID of Relay, the process that adopted the orphan instead of PID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3258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Subreaper adoption: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WSL adopts orphans under Relay, so we match init, systemd and Relay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Daemon noise: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daemons also have PPID 1, so an orphan must have a terminal and not lead its session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Safe parsing: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process names can contain spaces, so we parse between the first ( and last 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3" name="Point0"/>
          <p:cNvSpPr/>
          <p:nvPr/>
        </p:nvSpPr>
        <p:spPr>
          <a:xfrm>
            <a:off x="548640" y="173736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Built in 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Reads /proc directly with no external libraries</a:t>
            </a:r>
            <a:endParaRPr lang="en-US" sz="1400" dirty="0"/>
          </a:p>
        </p:txBody>
      </p:sp>
      <p:sp>
        <p:nvSpPr>
          <p:cNvPr id="6" name="Point1"/>
          <p:cNvSpPr/>
          <p:nvPr/>
        </p:nvSpPr>
        <p:spPr>
          <a:xfrm>
            <a:off x="3291840" y="173736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Accurate detection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Flags zombies and orphans and draws the parent-child tree</a:t>
            </a:r>
            <a:endParaRPr lang="en-US" sz="1400" dirty="0"/>
          </a:p>
        </p:txBody>
      </p:sp>
      <p:sp>
        <p:nvSpPr>
          <p:cNvPr id="9" name="Point2"/>
          <p:cNvSpPr/>
          <p:nvPr/>
        </p:nvSpPr>
        <p:spPr>
          <a:xfrm>
            <a:off x="6035040" y="173736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Verified on Ubuntu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Confirmed with ps and test programs, including WSL behavior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Detector">
  <a:themeElements>
    <a:clrScheme name="ProcDetector">
      <a:dk1>
        <a:srgbClr val="0F1A1A"/>
      </a:dk1>
      <a:lt1>
        <a:srgbClr val="FFFFFF"/>
      </a:lt1>
      <a:dk2>
        <a:srgbClr val="16302B"/>
      </a:dk2>
      <a:lt2>
        <a:srgbClr val="EAF3F0"/>
      </a:lt2>
      <a:accent1>
        <a:srgbClr val="1FA37A"/>
      </a:accent1>
      <a:accent2>
        <a:srgbClr val="D9534F"/>
      </a:accent2>
      <a:accent3>
        <a:srgbClr val="E8A33D"/>
      </a:accent3>
      <a:accent4>
        <a:srgbClr val="2F6F8F"/>
      </a:accent4>
      <a:accent5>
        <a:srgbClr val="5F6F6C"/>
      </a:accent5>
      <a:accent6>
        <a:srgbClr val="9BD3BE"/>
      </a:accent6>
      <a:hlink>
        <a:srgbClr val="1FA37A"/>
      </a:hlink>
      <a:folHlink>
        <a:srgbClr val="5F6F6C"/>
      </a:folHlink>
    </a:clrScheme>
    <a:fontScheme name="ProcDetec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Zombie and Orphan Process Detection System</dc:title>
  <dc:subject>PptxGenJS Presentation</dc:subject>
  <dc:creator>PptxGenJS</dc:creator>
  <cp:lastModifiedBy>PptxGenJS</cp:lastModifiedBy>
  <cp:revision>1</cp:revision>
  <dcterms:created xsi:type="dcterms:W3CDTF">2026-10-17T05:04:32Z</dcterms:created>
  <dcterms:modified xsi:type="dcterms:W3CDTF">2026-10-17T05:04:32Z</dcterms:modified>
</cp:coreProperties>
</file>